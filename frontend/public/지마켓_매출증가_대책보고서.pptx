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E6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지마켓·옥션 매출 증가 세부 대책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FD8EC"/>
                </a:solidFill>
              </a:defRPr>
            </a:pPr>
            <a:r>
              <a:t>데이터 진단 + 지마켓 공식정책 리서치 기반 실행 해결책  ·  ESM PLUS 14계정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FAECE"/>
                </a:solidFill>
              </a:defRPr>
            </a:pPr>
            <a:r>
              <a:t>작성: 운영팀  ·  2026-06-13  ·  출처: ESM PLUS 공식 판매자가이드 외 (딥리서치 2회·검증 32클레임)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요약  </a:t>
            </a:r>
            <a:r>
              <a:rPr sz="2200" b="1">
                <a:solidFill>
                  <a:srgbClr val="FFFFFF"/>
                </a:solidFill>
              </a:rPr>
              <a:t>핵심 결론 — 매출 회복의 1순위는 '광고'가 아니라 '카탈로그 노출'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광고는 이미 흑자(전체 ROAS 262.8%) — 문제는 광고 효율이 아니다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주문수 붕괴가 진짜 문제: 2026-03 1,227건 → 2026-05 434건 (-65%)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공식정책상 노출은 '판매중·노출가능' 상품만 → 품절·판매중지·노출제한·중복등록 감점이 노출 모수를 줄임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그래서 우선순위는 P0 카탈로그 정상화 → P1 가격·광고 최적화 → P2 전환율·소싱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P0: 14계정 전 상품 판매·노출상태 전수점검, 판매중 복구, 중복등록 정리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P1: 적자 133개 광고 OFF(월 -50만원 낭비차단) → 고ROAS 51개 예산↑ / 무료배송·최저가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P2: 클릭0전환 상품 = 경쟁사 최저가 이탈 진단, 리뷰 확보, 도매매 소싱으로 신상품 확대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자원을 광고 증액이 아니라 '노출 정상화'에 먼저 투입하는 것이 핵심 메시지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진단  </a:t>
            </a:r>
            <a:r>
              <a:rPr sz="2200" b="1">
                <a:solidFill>
                  <a:srgbClr val="FFFFFF"/>
                </a:solidFill>
              </a:rPr>
              <a:t>현황 — 매출·주문수 급감 vs 광고 흑자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2860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월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매출(원)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주문수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51,528,281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66,946,033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1,227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← 정점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52,613,632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D32F2F"/>
                          </a:solidFill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32F2F"/>
                          </a:solidFill>
                        </a:defRPr>
                      </a:pPr>
                      <a:r>
                        <a:t>21,489,149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32F2F"/>
                          </a:solidFill>
                        </a:defRPr>
                      </a:pPr>
                      <a:r>
                        <a:t>434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32F2F"/>
                          </a:solidFill>
                        </a:defRPr>
                      </a:pPr>
                      <a:r>
                        <a:t>← 급감 -65%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10,815,991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(13일까지)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당월 광고: 광고비 3,153,887 / 광고전환매출 8,287,340 / 전체 ROAS 262.8%(흑자). → 광고가 아니라 '팔 상품 노출'이 줄어든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원인  </a:t>
            </a:r>
            <a:r>
              <a:rPr sz="2200" b="1">
                <a:solidFill>
                  <a:srgbClr val="FFFFFF"/>
                </a:solidFill>
              </a:rPr>
              <a:t>원인 규명 — 주문수 붕괴 = 노출 모수 감소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지마켓 공식정책: 검색노출은 '관리자 확인된 판매가능' 상품에만 허용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품절·판매중지·노출제한·노출대기(매매부적합) 상품은 검색에서 빠짐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발송지연 누적 → 노출제한 유발 / 중복등록·부정키워드 → 정렬점수 감점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즉 주문수 1,227→434는 '팔 상품이 검색에 안 떠서' 생긴 결과일 개연성이 큼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우리 시스템 데이터로도 확인: 판매중지 상태가 비고에 거의 안 잡히는 등 카탈로그 신선도 이슈 존재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광고 ROAS는 흑자라, 광고는 '정상 노출' 위에서 미세조정하면 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ESM SellerGuide2 comparePrice.html / goodsExposeWait.html (3-0 검증)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대책 P0  </a:t>
            </a:r>
            <a:r>
              <a:rPr sz="2200" b="1">
                <a:solidFill>
                  <a:srgbClr val="FFFFFF"/>
                </a:solidFill>
              </a:rPr>
              <a:t>[최우선] 카탈로그 정상화 — 노출 모수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14계정 전 상품의 판매상태·노출상태 전수 점검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품절/판매중지/판매불가 → 재고확보 후 '판매중' 복구, 노출제한·노출대기 해제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발송지연 해소(노출제한 원인 제거)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중복등록 정리 (어뷰징 감점 회피)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동일상품을 여러 계정·근접 카테고리에 중복 등록 시 정렬점수 감점 → 노출↓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사은품·수량만 다른 실질 동일상품도 중복으로 간주됨 → 정리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KPI: 14계정 '노출가능 상품수' 회복(03 수준), 판매중 비율 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comparePrice.html, syi_policy.html, policy.gmarket.co.kr/seller-use (3-0)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대책 P1-A  </a:t>
            </a:r>
            <a:r>
              <a:rPr sz="2200" b="1">
                <a:solidFill>
                  <a:srgbClr val="FFFFFF"/>
                </a:solidFill>
              </a:rPr>
              <a:t>노출 랭킹·가격 경쟁력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가격비교 노출순위 = 최저가 &gt; 무료배송 &gt; 랭크(판매실적·검색정확도·고객행태·서비스품질)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'최저가'는 판매가가 아니라 쿠폰적용가+배송비 합산 → 무료배송·가격인하가 노출 1·2순위 레버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적자광고 절감액(월 50만)을 일부 '무료배송 전환·가격 인하'로 돌려 노출 확보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검색용 상품명에 핵심 키워드 배치 (프로모션용은 검색 제외)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검색용은 등록 10일 이내·무판매 상태에서만 수정 가능 → 신규등록 초기 키워드 확정 필수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같은 의미라도 붙여쓰기/띄어쓰기 검색량 다름 → 둘 다 분석 후 유리한 형태 선택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리뉴얼·신규는 '상품2.0'으로 등록 → 검색 랭킹 가점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goodsName.html, productRegisterIntegrate.html, i-boss 키워드가이드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대책 P1-B  </a:t>
            </a:r>
            <a:r>
              <a:rPr sz="2200" b="1">
                <a:solidFill>
                  <a:srgbClr val="FFFFFF"/>
                </a:solidFill>
              </a:rPr>
              <a:t>광고 운영 룰 — 적자 OFF / 고ROAS 증액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파워클릭 CPC: 최저 90원·10원 단위, 노출=입찰가 × 품질평가점수 × 구매고객특성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입찰가만으로 순위 안 올라감 → 상품명·이미지·판매실적(품질점수) 개선이 곧 ROAS 개선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적자 133개(ROAS≤100, 월 50만 낭비): 광고 OFF / 입찰 축소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고ROAS 51개(광고비 찔끔→전환 280만): 입찰·일예산 확대 + AI매출업 병행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AI매출업은 입찰가까지 AI 자동최적화 → 과금 급증 위험 → 일예산·목표ROAS 상한으로 통제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품절·판매중지 상품은 광고 등록 자체 불가 → 'P0 정상화' 후에만 광고룰 성립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E67700"/>
                </a:solidFill>
              </a:rPr>
              <a:t>수치 임계치는 공식기준 없음 → 우리 자체 데이터로 도출(아래 슬라이드)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marketinghub power-click/introduction, AD_Guide_all.pdf. 입찰가 역산 통제 주장은 반증(0-3)되어 불채택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운영 룰  </a:t>
            </a:r>
            <a:r>
              <a:rPr sz="2200" b="1">
                <a:solidFill>
                  <a:srgbClr val="FFFFFF"/>
                </a:solidFill>
              </a:rPr>
              <a:t>광고 자동화 룰 — 자체 데이터 기반 수치 기준(제안)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조건(자체데이터)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적자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당월 광고비≥2,000 &amp; 클릭≥10 &amp; 전환0(또는 ROAS≤100)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광고 OFF·입찰축소 + 상세/가격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고ROAS 증액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ROAS≥300 &amp; 전환&gt;0 (특히 광고비 과소)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입찰·일예산 단계적 ↑ (과금 모니터링)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관찰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ROAS 100~300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유지·소폭 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상한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AI매출업 적용 상품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일예산·목표ROAS 상한 필수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공식 출처상 '클릭10·전환0 OFF', '목표ROAS 500/700%' 같은 일반수치는 검증 실패 → 우리 데이터(적자133·고ROAS51)로 임계치 확정함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대책 P2  </a:t>
            </a:r>
            <a:r>
              <a:rPr sz="2200" b="1">
                <a:solidFill>
                  <a:srgbClr val="FFFFFF"/>
                </a:solidFill>
              </a:rPr>
              <a:t>전환율(CVR) 개선 — '클릭은 나는데 전환 0' 처방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온라인 평균 구매전환율 ~2% — 클릭 많은데 전환0이면 명백한 이상신호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1순위 원인: 가격비교에서 최저가가 아니라 '동일상품 더 싼 경쟁셀러로 이탈'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예) 북카트 광고비 48,664·클릭25·전환0 → 경쟁 최저가 점검 우선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처방 우선순위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① 가격·배송비(쿠폰적용가+배송비) 경쟁력 확보(무료배송) 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② 리뷰 확보 — 리뷰 부재는 강력한 전환 이탈(고가일수록 효과 +190~380%)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③ 썸네일·상세페이지·옵션 구성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comparePrice.html, 토스페이먼츠(2.06%), 한국소비자연맹(72.4%), Spiegel Research(190/380%)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대책 P3  </a:t>
            </a:r>
            <a:r>
              <a:rPr sz="2200" b="1">
                <a:solidFill>
                  <a:srgbClr val="FFFFFF"/>
                </a:solidFill>
              </a:rPr>
              <a:t>카탈로그 확장·소싱 — 주문수 회복의 근본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상품 수(노출 모수) 확대가 매출 회복의 근본 — 신상품 지속 등록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2단계 소싱 전략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1단계: 도매매(위탁판매) — MOQ 없음·무재고·발주 자동화로 상품수 빠르게 확대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2단계: 잘 팔리는 상품은 도매꾹 사입/브랜딩으로 전환 → 가격경쟁력·마진 확보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위탁은 경쟁 심해 마진 낮음 → 초기 확장용, 검증된 상품만 사입 전환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베스트/트렌드/시즌 상품 발굴 + 신상품 등록 주기 정례화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sweepingoms 소싱가이드, 토스페이먼츠 semo-29, tojobcn (3-0)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제약  </a:t>
            </a:r>
            <a:r>
              <a:rPr sz="2200" b="1">
                <a:solidFill>
                  <a:srgbClr val="FFFFFF"/>
                </a:solidFill>
              </a:rPr>
              <a:t>어뷰징 금지 — 매출전략의 절대 제약조건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중복등록: 동일·근접 카테고리 동일상품 → 정렬점수 감점·판매제한·ID중지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부정키워드(타 판매자명·무관 키워드): 1차 수정요청 → 2차 삭제·신용차감 → 3차 이용정지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32F2F"/>
                </a:solidFill>
              </a:rPr>
              <a:t>허위체결(자전거래): 계약해지·정산금 지급보류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정책위반 상품은 노출순서 조정으로 상위 미노출 → 어뷰징은 매출 자충수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합법적 랭크 개선 경로: 판매실적·리뷰·발송속도·CS(서비스품질) 축적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출처: policy.gmarket.co.kr/terms-policy/seller-use, syi_policy.html (3-0)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액션플랜  </a:t>
            </a:r>
            <a:r>
              <a:rPr sz="2200" b="1">
                <a:solidFill>
                  <a:srgbClr val="FFFFFF"/>
                </a:solidFill>
              </a:rPr>
              <a:t>우선순위 액션플랜 · KPI · 일정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2161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594360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우선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핵심 액션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F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14계정 판매·노출상태 전수점검→판매중 복구, 중복등록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노출가능 상품수 회복(03수준)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적자133 OFF→고ROAS51 증액, 무료배송·최저가, 검색용 상품명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적자광고비 0원화·노출/유입↑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클릭0전환 가격·리뷰·상세 개선, 도매매 신상품 등록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전환율↑·신규 노출상품수↑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상시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서비스품질(리뷰·발송·CS) 축적, 어뷰징 0건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랭크점수↑·패널티 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기대효과  </a:t>
            </a:r>
            <a:r>
              <a:rPr sz="2200" b="1">
                <a:solidFill>
                  <a:srgbClr val="FFFFFF"/>
                </a:solidFill>
              </a:rPr>
              <a:t>기대 효과 (보수적 추정)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즉효(P0+P1, ~2주): 적자광고비 월 50만원 낭비 차단 → 고ROAS로 재투입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노출 정상화로 유입 회복 시 주문수 반등 여력 큼(03 대비 -65% 회복 목표)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B7A46"/>
                </a:solidFill>
              </a:rPr>
              <a:t>단기(P2, ~1달): 전환율 개선 + 신상품 노출로 매출 우상향 전환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정량 목표(예시): 노출가능 상품수 03수준 회복, ROAS 263%→300%+, 적자광고비 0원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주의: 랭크 가중치·노출하락 원인은 비공개라 14계정 데이터로 지속 진단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lIns="127000"/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수치 목표는 실데이터 기준 재보정 전제. 광고는 흑자라 '노출 정상화'가 매출 레버의 핵심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700"/>
                </a:solidFill>
              </a:rPr>
              <a:t>출처  </a:t>
            </a:r>
            <a:r>
              <a:rPr sz="2200" b="1">
                <a:solidFill>
                  <a:srgbClr val="FFFFFF"/>
                </a:solidFill>
              </a:rPr>
              <a:t>근거 출처 (공식 문서 중심)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ESM PLUS 공식 판매자가이드 2.0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comparePrice.html(노출순위·최저가) / goodsName.html(상품명) / goodsExposeWait.html(노출상태)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productRegisterIntegrate.html(상품2.0) / syi_policy.html(어뷰징정책)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F3366"/>
                </a:solidFill>
              </a:rPr>
              <a:t>ESM 마케팅허브·광고가이드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marketinghub power-click/introduction(파워클릭) / ad-term / AD_Guide_all.pdf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policy.gmarket.co.kr/terms-policy/seller-use(판매자정책)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555555"/>
                </a:solidFill>
              </a:rPr>
              <a:t>보조: i-boss(키워드), 토스페이먼츠(CVR/소싱), 한국소비자연맹·Spiegel(리뷰), sweepingoms(소싱)</a:t>
            </a:r>
          </a:p>
          <a:p>
            <a:pPr lvl="1">
              <a:spcAft>
                <a:spcPts val="300"/>
              </a:spcAft>
            </a:pPr>
            <a:r>
              <a:rPr sz="1700" b="0">
                <a:solidFill>
                  <a:srgbClr val="555555"/>
                </a:solidFill>
              </a:rPr>
              <a:t>검증: 딥리서치 2회 · 32개 클레임 적대적 3표 검증(16+16 confirmed)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